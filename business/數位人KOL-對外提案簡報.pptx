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開場關鍵句:真人業配是租流量,數位 KOL 是蓋自己的房子。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關鍵句:每篇內容含策略與營運約三千元——委外單拍一支 3,500 起,完整製作 3 萬起(來源:台灣接案平台與製作公司 2025-2026 公開報價)。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真人與廣告買的是「觸及」,我們賣的是「資產」。客戶只要短期觸及,誠實建議投廣告。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行情:台灣 Meta CPM 約 NT$120-350(中位 200)、CPC 約 NT$3-15;TikTok 全球均值 CPM 約 US$4.8;中小企業常見月廣告預算 2-5 萬。對比廣告時必含素材製作費+廣告預算口徑,不拿自然流裸比廣告流。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內部口徑:月費 10 萬×4 個月;YouTube 官方 CSV:合作內容 22 支、觀看 9,225、訂閱 +37、曝光 16,159;IG 18 篇、互動約 1,390;FB 24 篇。ROI 內部估約 10%,不對外。12 月初 FB/IG 高峰為付費活動,不列入自然成效。不指名藝人、不放截圖。被問「為什麼效果差還敢講」:因為誠實,而且這正是我們改做數位人的原因——學費已經替客戶付過了。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台灣代操行情 NT$20,000-50,000/月(圖文為主)。被拿低價 AI 數字人工具比價:那是自助工具,無人設規劃、無營運、無品質合規把關,退單率高;我們賣的是服務+歸客戶的資產。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形象型路線:視覺導向、生活風格。提案時可播 dance/daily 影片檔。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知識型路線:口播+查證+合規。提案時可展示實際帳號與發布記錄(依保密範圍)。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重點是系統,不是數字大小。實例:純生活紀錄互動率 &lt;1% → 全面改反直覺鉤子;YouTube 互動率最高;TikTok 觸及 3-5 倍。口徑:111 篇為三人設全平台已發布素材(7/15-8/7)。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涵蓋生活風格、知識文化、健身、美妝等賽道;強調量身設計,不是從現成名單挑。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客群定調(08-13 會議):主力 B2C,B2B 傳產不主動開發。個體戶決策快,是重要新客群。只要短期轉單的客戶,誠實建議投廣告。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四道機制一道比一道硬,最後一道是合約級退場權——敢給就是信心。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兩條路徑同價:直簽一季 255,000;先試用=60,000+195,000=255,000,一毛不多付。談判讓利(內部,L2 核准):試用結束 7 天內簽約,總價折 2 萬。試用結束不續:可之後單購素材(依加購價,低消 5,000,僅限已建置客戶)。帳號由客戶名義開通,Email/門號客戶提供,我們全程引導。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回答客戶沒說出口的疑慮:「我要花多少時間配合?」——每月 2 小時是強賣點。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順序:先 C(錨定)、再 B、後 A。總價:方案 B 首季 255,000(試用 60,000 為頭期款)。首季均攤約 3,600,穩定後每篇約 3,000——主動講。加購/單買價(不含排程發布,限已建置客戶,低消 5,000):短影音 ≤20 秒 2,500、21-45 秒 4,000、46-60 秒 5,000;圖文 1,200;純圖 500;修改=單價 50%。85 折前提:第二人設共用策略與營運時段。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 流程:先跑免費品牌健檢(六維度:BRD 可被搜尋度/WEB 網站 SEO/SOC 社群/WOM 口碑/KOL 代言資產/AEO AI 答案佔位),本服務直接改善 SOC、WOM、KOL 三項;期初期末各跑一次做前後對比。收尾回到第一頁:租,還是有?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image" Target="../media/image-10-7.jpeg"/><Relationship Id="rId8" Type="http://schemas.openxmlformats.org/officeDocument/2006/relationships/image" Target="../media/image-10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65592" y="6419088"/>
            <a:ext cx="384048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生成示意・Iris Chen 陳芯語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16002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兌心科技 INSIGHT TECH|數位人 KOL 品牌顧問服務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57400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您的行銷預算,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買到的是「租」,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還是「有」?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892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業配與廣告是租來的流量,合約結束就歸零。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KOL,是永久歸屬品牌的資產。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方案與報價提案・2026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VALUE|為什麼值得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一筆預算,三層價值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692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6968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 IP,歸屬品牌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人設、外型、聲音、帳號,依合約歸屬品牌。素材可無限次再利用:廣告、官網、產品頁。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078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產能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63440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每篇內容約 NT$3,000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已含策略、製作、排程與報告。市面委外一支短影音 NT$3,500 起,完整製作 3 萬起。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19872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7" name="Shape 13"/>
          <p:cNvSpPr/>
          <p:nvPr/>
        </p:nvSpPr>
        <p:spPr>
          <a:xfrm>
            <a:off x="8439912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36" y="1907804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9912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成效循環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439912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每週數據,汰弱留強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39912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用實際互動數據迭代選題與格式,表現落後的型式直接淘汰更新。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COMPARISON|同樣預算的三種去向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同樣的月預算,一年後剩下什麼?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以每月 NT$65,000、連續投入 12 個月為例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A244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56232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 KOL 業配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03320" y="185623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藝人同時服務多個品牌;授權到期素材不能再用,粉絲留在對方帳號。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66760" y="1856232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剩下:0 項資產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72968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337560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廣告投放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03320" y="3337560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曝光可量測,但停止投放即歸零;素材還要另外花錢製作。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366760" y="3337560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剩下:0 項資產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654296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E6E6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18888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03320" y="48188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260+ 篇自有素材、6 個經營中的帳號、1 套人設與內容生產流程。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66760" y="4818888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剩下:全部,歸品牌名下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TRAFFIC|這門服務的本質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說到底,您買的是「引流」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把公域流量,持續導進您自己的私域——靠三件事的加成: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286000" cy="2286000"/>
          </a:xfrm>
          <a:prstGeom prst="ellipse">
            <a:avLst/>
          </a:prstGeom>
          <a:solidFill>
            <a:srgbClr val="35C2B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874520"/>
            <a:ext cx="2286000" cy="2286000"/>
          </a:xfrm>
          <a:prstGeom prst="ellipse">
            <a:avLst/>
          </a:prstGeom>
          <a:solidFill>
            <a:srgbClr val="35C2B0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90472" y="3063240"/>
            <a:ext cx="2286000" cy="2286000"/>
          </a:xfrm>
          <a:prstGeom prst="ellipse">
            <a:avLst/>
          </a:prstGeom>
          <a:solidFill>
            <a:srgbClr val="35C2B0">
              <a:alpha val="2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內容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排程發布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64792" y="38404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 IP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三件事綁在一起,流量才會持續、自然、有人味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189280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只投廣告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955280" y="189280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月投 NT$3 萬 ≈ 15 萬次曝光*,素材費另計;停止投放,流量當天歸零。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320040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E6E64"/>
          </a:solidFill>
          <a:ln/>
        </p:spPr>
      </p:sp>
      <p:sp>
        <p:nvSpPr>
          <p:cNvPr id="16" name="Text 14"/>
          <p:cNvSpPr/>
          <p:nvPr/>
        </p:nvSpPr>
        <p:spPr>
          <a:xfrm>
            <a:off x="6053328" y="331012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 引流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55280" y="331012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內容累積在您的帳號,不投放也有自然流量;粉絲與聲量留在私域。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760720" y="461772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472744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兩者不互斥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55280" y="472744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自然流打底、廣告放大;我們的素材可直接投廣告,素材費不用花兩次。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1722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成效衡量:公域曝光 → 私域名單與轉化,每週報告攤開對比。  *以台灣 Meta 平均 CPM 約 NT$200 估算(2026 公開行情)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TRUE STORY|我們自己付過的學費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萬的真人代言,教會我們的事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627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真人藝人合作(2025.10-2026.01)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21488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214884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NT$400,000(含 IP 授權、內容合作、商務配合)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295351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295351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支內容(節目 4 集+短影音 18 支)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75818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375818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觀看 9,225 次・訂閱 +37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43000" y="456285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45628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授權到期,對方帳號素材可下架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E6E64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627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40 萬,投入數位人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0" y="21488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43800" y="214884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建置+約 5 個月全平台營運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83680" y="295351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95351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110+ 篇內容,6 平台發布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0" y="375818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75818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人設、帳號、素材永久歸品牌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83680" y="456285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43800" y="45628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素材可再投廣告,持續累積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76072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真人合作買的是人、檔期與關係,約滿即散;數位人買的,是留得下來的資產。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960" y="619963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為尊重合作對象,本案例不具名;數據為自有頻道官方後台實測。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DIFFERENTIATION|跟一般代操比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跟一般社群代操,差在哪?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918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傳統社群代操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 數位人 KOL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1627632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0078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專屬代言人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291840" y="170078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無,內容掛在品牌帳號名下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0" y="170078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專屬數位人角色 IP,歸屬品牌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487168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56032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291840" y="256032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多數另計(+1-2 萬/月)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06640" y="256032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方案內建,每週 1-2 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46704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41985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發布執行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91840" y="341985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人工排程,單一平台為主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06640" y="341985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素材依平台再製,自動化 6 平台發布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2793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敏感產業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291840" y="42793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多數不承接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42793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合規框架,有實際營運案例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5065776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513892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一年後剩下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291840" y="513892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貼文存檔,授權依約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513892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素材庫+帳號+角色 IP,全歸品牌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0807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市場上也有低價代營 IP 的服務——多半不求質也不求量,更不含社群平台的實際營運。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01|形象型數位人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Iris Chen 陳芯語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 IT Girl・生活時尚數位人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「今天又要去尋找寶藏咖啡廳!」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4231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穿搭日常・台北生活・咖啡廳探店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溫暖隨性,話不多,讓畫面說話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4160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生活系列照、15-45 秒 Reels、舞蹈短影音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5029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Instagram / TikTok / X 及自有社群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生成之角色參考圖與情境圖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同一人設可延伸為動態影片與舞蹈短片,會議中可播放展示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02|知識型數位人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 陳曉曉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規則研究室・機率與決策數位人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「今天,你發現規則了嗎?」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博弈規則拆解・機率思維・反直覺故事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0906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沉穩理性,言簡意賅,偶爾一針見血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40-60 秒口播影片(專屬音色)、圖文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4517136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45171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/ X / TikTok / YouTube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523036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合規把關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5230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只談規則與文化,不談玩法與收益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左:人設定裝照|右:實際發布貼文之配圖(皆 AI 生成)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實際營運中:每日更新、六平台自動發布——「真人不便代言產業」的實證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LEARNING ENGINE|方法攤開給您看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從零開始,怎麼找出有效內容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實際營運中的 3 個人設・23 天發布 111 篇素材・全程零廣告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1・測試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全平台鋪量,建立基準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86968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人設 × 6 平台,111 篇素材;冷啟動兩週,單帳號 IG 自然觸及 439-529。數據每週原樣呈報。</a:t>
            </a:r>
            <a:endParaRPr lang="en-US" sz="12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3246120"/>
            <a:ext cx="320040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1" name="Text 8"/>
          <p:cNvSpPr/>
          <p:nvPr/>
        </p:nvSpPr>
        <p:spPr>
          <a:xfrm>
            <a:off x="4663440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2・訊號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663440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數據裡找出贏家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663440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「反直覺知識+生活場景+拋問句」互動率明顯高於純生活紀錄;TikTok 觸及是其他平台 3-5 倍。</a:t>
            </a:r>
            <a:endParaRPr lang="en-US" sz="12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3246120"/>
            <a:ext cx="320040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19872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6" name="Text 12"/>
          <p:cNvSpPr/>
          <p:nvPr/>
        </p:nvSpPr>
        <p:spPr>
          <a:xfrm>
            <a:off x="8439912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3・放大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439912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汰弱留強,重壓贏家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8439912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圖文全面改用反直覺鉤子;配圖改走縮圖風格;剪輯資源重壓 TikTok。落後型式直接淘汰。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822960" y="544068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我們賣的不是「保證流量」,是這套 測試 → 訊號 → 放大 的系統。</a:t>
            </a:r>
            <a:endParaRPr lang="en-US" sz="13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它已在真實帳號上運轉,您每週的報告就是這個循環的輸出。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ROSTER|多元賽道的人設庫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20+ 個人設設計經驗,依品牌量身打造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63040"/>
            <a:ext cx="2103120" cy="1783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Luna Tanaka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京都・日系美學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463040"/>
            <a:ext cx="2103120" cy="1783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Yuna Kim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首爾・K-beauty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2103120" cy="1783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364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Ananya Kapoor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26364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孟買・瑜伽舞蹈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463040"/>
            <a:ext cx="2103120" cy="1783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6968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Camille Dupont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86968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巴黎・法式慢生活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977640"/>
            <a:ext cx="2103120" cy="17830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Aaliya Rivera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05156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洛杉磯・拉丁生活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3977640"/>
            <a:ext cx="2103120" cy="178308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65760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Vicky Lin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365760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高雄・健身重訓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977640"/>
            <a:ext cx="2103120" cy="17830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6364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Faye Tan 陳曉菲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26364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世界城市觀察者</a:t>
            </a:r>
            <a:endParaRPr lang="en-US" sz="10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977640"/>
            <a:ext cx="2103120" cy="17830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86968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Zhang Qinfeng</a:t>
            </a:r>
            <a:endParaRPr lang="en-US" sz="1300" dirty="0"/>
          </a:p>
        </p:txBody>
      </p:sp>
      <p:sp>
        <p:nvSpPr>
          <p:cNvPr id="27" name="Text 17"/>
          <p:cNvSpPr/>
          <p:nvPr/>
        </p:nvSpPr>
        <p:spPr>
          <a:xfrm>
            <a:off x="886968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數字體驗觀察者</a:t>
            </a:r>
            <a:endParaRPr lang="en-US" sz="1050" dirty="0"/>
          </a:p>
        </p:txBody>
      </p:sp>
      <p:sp>
        <p:nvSpPr>
          <p:cNvPr id="28" name="Text 18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生成之虛擬人物示意;實際人設依品牌調性量身設計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FIT|誰最適合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B2C 的品牌與生意人而設計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開店、餐飲、保健品、旅遊旅宿、遊戲、金融服務——直接面對消費者的生意,才需要持續說故事。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要說故事的 2C 品牌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0" y="185623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消費者買的是故事與信任,但養不起內容團隊。數位人替品牌每週說故事,素材同時餵養廣告。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不想露臉的個體戶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3374136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房仲、車商、保險、專業服務者:想經營個人品牌帶客,卻不想露臉、沒時間拍片。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真人代言不便的產業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486400" y="48920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合規敏感、爭議品類:真人不願接、接了有翻車風險。我們有實際營運中的案例與合規框架。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QUALITY|品質不靠口頭承諾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四道品質保證機制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934" y="173114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事前|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標準先簽核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人設、內容方向、視覺規範,建置期由您簽核定案——好內容先有白紙黑字的定義。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26" y="173114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事中|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客觀驗收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205472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每篇過驗收檢核表;未達標我們自費重做,不占您的修改次數。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4" y="3852550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數據汰換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每週報告表現前後 20% 的內容分析;連續落後的型式直接淘汰。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20" name="Shape 15"/>
          <p:cNvSpPr/>
          <p:nvPr/>
        </p:nvSpPr>
        <p:spPr>
          <a:xfrm>
            <a:off x="6519672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326" y="3852550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05472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合約|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205472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效果不如預期,您可於檢核點終止;未執行月份費用全額退還。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「我們不保證爆紅;保證量、準時率、驗收標準,和您每 30 天的退場權。」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PROCESS|低風險的合作方式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先試用,再決定——試用的錢是頭期款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463040"/>
            <a:ext cx="4343400" cy="3931920"/>
          </a:xfrm>
          <a:prstGeom prst="roundRect">
            <a:avLst>
              <a:gd name="adj" fmla="val 2093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1・試用 3 週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1031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NT$60,000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283464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專屬人設(外型/個性/聲音)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帳號以您的名義開通,我們引導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4-6 篇內容實際發布+數據報告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無論如何,這些都是您的。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3017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3036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滿意再繼續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22592" y="1463040"/>
            <a:ext cx="4343400" cy="3931920"/>
          </a:xfrm>
          <a:prstGeom prst="roundRect">
            <a:avLst>
              <a:gd name="adj" fmla="val 2093"/>
            </a:avLst>
          </a:prstGeom>
          <a:solidFill>
            <a:srgbClr val="1A2440"/>
          </a:solidFill>
          <a:ln w="19050">
            <a:solidFill>
              <a:srgbClr val="35C2B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42632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2・正式營運一季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42632" y="21031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 NT$195,000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342632" y="283464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試用費即頭期款——總價 25.5 萬,與直接簽一季相同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每週產出+自動發布+週報月報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天檢核點,不滿意退未執行月份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22960" y="580644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一句話:試用的錢不會白花——之後簽約,它就是頭期款。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ONBOARDING|您的時間成本,很低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三週上線,您只需要 3 次確認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6968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人設提案與簽核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86968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我們交付人設設定與內容規劃,由您簽核定案。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次確認會議+開通帳號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定裝與系統串接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視覺定裝、專屬聲音完成;帳號綁入自動化管理系統。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定裝與聲音確認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9872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39912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39912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樣品發布與數據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39912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4-6 篇內容實際發布,交付首波成效數據報告。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39912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驗收,決定是否續約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E6E64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進入正式營運後,您每月只需要約 2 小時</a:t>
            </a:r>
            <a:pPr algn="ctr" indent="0" marL="0"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:月初 1 次行事曆審核+素材確認。其餘,我們處理。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PLANS|正式營運方案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C・旗艦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旗艦客製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NT$110,000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起 /月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雙人設,或加量產出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直播企劃、廣告投放代操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專屬策略顧問與月度會議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223052"/>
          </a:solidFill>
          <a:ln w="25400">
            <a:solidFill>
              <a:srgbClr val="35C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609344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B・主推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0288" y="190195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全平台影音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39572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90288" y="3072384"/>
            <a:ext cx="3035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大平台,素材依平台格式再製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篇圖文+2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每篇內容均攤約 NT$3,000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週報+月報(含對標追蹤)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A・入門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67344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基本盤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67344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三平台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篇圖文+1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每月成效報告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5943600"/>
            <a:ext cx="1095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一季一約|每 30 天檢核點,退未執行月份|每素材內含 1 次修改|第 2 位數位人 85 折|年約 9 折+建置費半價折抵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Q&amp;A|您可能想問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" y="17099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222" y="182258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4996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帳號從零開始,沒有粉絲怎麼辦?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23560" y="14996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內容從第一天就能作為廣告素材投放,自然與付費流量互餵;也可加購廣告代操,同一組內容直接放大。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27432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1115568" y="30815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22" y="31941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28712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生成內容,平台允許嗎?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23560" y="28712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依各平台規範標示 AI 內容;建置期先書面定義產業紅線,合規框架已有實際運行經驗。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1148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115568" y="44531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222" y="4565782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2428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如果做了效果不好?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623560" y="42428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天檢核點:不滿意可終止,未執行月份全額退款;之後還能用同一人設單購素材。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22960" y="5623560"/>
            <a:ext cx="10543032" cy="777240"/>
          </a:xfrm>
          <a:prstGeom prst="roundRect">
            <a:avLst>
              <a:gd name="adj" fmla="val 10588"/>
            </a:avLst>
          </a:prstGeom>
          <a:solidFill>
            <a:srgbClr val="1E6E64"/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免費品牌健檢 → 找出缺口 → 3 週見到您的專屬數位人</a:t>
            </a:r>
            <a:pPr algn="ctr" indent="0" marL="0">
              <a:buNone/>
            </a:pPr>
            <a:r>
              <a:rPr lang="en-US" sz="120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兌心科技 INSIGHT TECH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2026-08-14T08:03:59Z</dcterms:created>
  <dcterms:modified xsi:type="dcterms:W3CDTF">2026-08-14T08:03:59Z</dcterms:modified>
</cp:coreProperties>
</file>